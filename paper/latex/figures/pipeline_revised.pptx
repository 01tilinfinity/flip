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50" d="100"/>
          <a:sy n="150" d="100"/>
        </p:scale>
        <p:origin x="192" y="-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02BB2-E97F-533B-953E-6F6865FB7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252406-AD40-0D83-40BB-1B0DD74C7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E40CA-EFF0-A3F7-4ABF-F10CE402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B7DAB-D47E-72D2-B5E9-F3C2CE10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3A20E3-EF8A-3619-6673-2F846CA8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2903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B21A2-D7BA-E74C-327D-4DA0840E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BE0EDD-774E-DB3F-8C3E-F7E0326F2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F28E8-35E7-51EE-2480-F92F714D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99A42-32CD-7E61-C76E-8969AC11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3DE99B-C043-C265-EBC0-8DB37260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868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2769E-CA53-A23D-0900-A3EBF7FB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CB375C-CD0C-3FCA-06BD-631E1E74A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53FFF8-DC39-FB87-6A60-0673D25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693D6-28ED-5F1C-DD85-39EC0BEB9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A2BE1-9782-C1DC-F2BD-E64A0975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503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839DA-9711-355A-0A94-8ED6F1AA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4B6722-AB3E-EF19-78BC-4A30DA86D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217CD5-8CED-4FFF-3E9B-BD29F18F5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158F5-694C-BD83-A89A-0ABEA5F8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D0E6AE-D08D-CCC6-0FA2-F8F758D8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BBA494-FE3D-11DF-D09F-8F986970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196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6EC90-DC7F-7FB7-1887-A32828A1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7BD413-6C9F-8D64-FCBA-1434BEBE3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E69C8A-59F7-CDD1-1BEA-A5B674AA1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EDA04A-8BB8-88C2-244F-49AE3ABF9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334931-2CE8-5491-E38B-282497456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106E81-966B-FD96-93A8-4310DFBB8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D37445-76CF-BE66-BF6D-A5EB4FF0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4C8758-9314-349E-13C8-E1139BC6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6736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367AB-4072-5D29-D204-9280B4FA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107869-6B17-261D-8C20-4FCC7C63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E8A3D5-C39C-3D50-9E1E-14EC75CCC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8317C-E3CB-DA47-CC01-DB9AD9A3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05263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3500B5-9A64-AC9F-3D37-F167F4CA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E92E97-A4A2-D7DC-6CA7-DA56352E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50B41A-AFA4-929E-C2BD-A7FDCE1B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9541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7328B-5C39-FF54-4D46-7A5923A2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0F558-BD4D-7487-A759-BE480415C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881E6B-693F-15AC-6024-73F1557A8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8991A9-FB7C-730B-E6E0-10E12CE0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93CE1B-E9D9-43B4-DB2C-C5E39CFB7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3778DE-F841-A584-12ED-8E2D56E2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843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133B-1B96-7A17-4079-94C43AC1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54724E-B6E5-ECAB-01FE-405A9DEED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E2796E-2B18-C08D-D65F-2C349E317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7F4491-B199-87F9-D93F-2857EB5B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BB7456-0DCF-73E7-A268-53D748419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17838-6306-CAD9-AC28-38639EFF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186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2F7B9-5DFB-74DC-F2D2-37FE2DF9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A5A857-254F-C1B6-7751-911F73C5A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CDCBBA-4130-0AE1-60F2-AD63BC95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39BCF9-7A94-435F-6EE5-2848F6FF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1A51AB-119E-39C4-A3AB-3F3B5B44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8893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C25117-F49E-4221-AF74-BB62079A6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DA4FA8-A357-C86A-9665-21848535E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8FC7D0-9120-1170-DE44-A59821B3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890C0-482F-3098-D2A0-F8D39912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4BAC2-C70D-55CB-98DA-2A9AF6F5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8761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63BEA5-B5D6-2F90-D16A-1DBBADDF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9D17AF-8DC7-55F6-6146-10EC0615F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4D8EB-A5B6-95FE-5662-3D7D4C1DE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6F66D-16FD-7759-3AD5-F892E24E8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D5AA46-1CD7-54A1-4455-AE2902111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3532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A36AFC-D2BE-0142-50B2-9D3BF0A5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" y="859002"/>
            <a:ext cx="12176733" cy="454090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FDC90C7-AF75-7A32-2646-CCC1FFE4031D}"/>
              </a:ext>
            </a:extLst>
          </p:cNvPr>
          <p:cNvCxnSpPr/>
          <p:nvPr/>
        </p:nvCxnSpPr>
        <p:spPr>
          <a:xfrm>
            <a:off x="2455333" y="3131864"/>
            <a:ext cx="27093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F5FDB3E-83A2-7868-6F93-BE3E51FE4BA8}"/>
              </a:ext>
            </a:extLst>
          </p:cNvPr>
          <p:cNvCxnSpPr>
            <a:cxnSpLocks/>
          </p:cNvCxnSpPr>
          <p:nvPr/>
        </p:nvCxnSpPr>
        <p:spPr>
          <a:xfrm flipV="1">
            <a:off x="4758267" y="3131061"/>
            <a:ext cx="296333" cy="80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70B507A5-B94B-74DF-6EBB-8DBE469D8BE9}"/>
              </a:ext>
            </a:extLst>
          </p:cNvPr>
          <p:cNvCxnSpPr>
            <a:cxnSpLocks/>
          </p:cNvCxnSpPr>
          <p:nvPr/>
        </p:nvCxnSpPr>
        <p:spPr>
          <a:xfrm>
            <a:off x="4656667" y="4072467"/>
            <a:ext cx="558800" cy="338666"/>
          </a:xfrm>
          <a:prstGeom prst="bentConnector3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53500C3-5EC6-B56A-EA46-E49083A5E1D4}"/>
              </a:ext>
            </a:extLst>
          </p:cNvPr>
          <p:cNvCxnSpPr>
            <a:cxnSpLocks/>
          </p:cNvCxnSpPr>
          <p:nvPr/>
        </p:nvCxnSpPr>
        <p:spPr>
          <a:xfrm flipV="1">
            <a:off x="9423399" y="3129455"/>
            <a:ext cx="296333" cy="80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38BA7F6-9395-8D42-33C5-61A704618B44}"/>
              </a:ext>
            </a:extLst>
          </p:cNvPr>
          <p:cNvCxnSpPr>
            <a:cxnSpLocks/>
          </p:cNvCxnSpPr>
          <p:nvPr/>
        </p:nvCxnSpPr>
        <p:spPr>
          <a:xfrm>
            <a:off x="6976533" y="3352800"/>
            <a:ext cx="626534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C58591E-E149-3545-B7FE-3EB71856C560}"/>
              </a:ext>
            </a:extLst>
          </p:cNvPr>
          <p:cNvCxnSpPr>
            <a:cxnSpLocks/>
          </p:cNvCxnSpPr>
          <p:nvPr/>
        </p:nvCxnSpPr>
        <p:spPr>
          <a:xfrm>
            <a:off x="6976533" y="2294467"/>
            <a:ext cx="541867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D964CEB-5CB4-E428-E0A0-D6E2FA6F4E6B}"/>
              </a:ext>
            </a:extLst>
          </p:cNvPr>
          <p:cNvCxnSpPr>
            <a:cxnSpLocks/>
          </p:cNvCxnSpPr>
          <p:nvPr/>
        </p:nvCxnSpPr>
        <p:spPr>
          <a:xfrm>
            <a:off x="6976533" y="4309533"/>
            <a:ext cx="626534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63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canho</dc:creator>
  <cp:lastModifiedBy>canho</cp:lastModifiedBy>
  <cp:revision>1</cp:revision>
  <dcterms:created xsi:type="dcterms:W3CDTF">2026-06-28T13:20:51Z</dcterms:created>
  <dcterms:modified xsi:type="dcterms:W3CDTF">2026-06-28T13:25:47Z</dcterms:modified>
</cp:coreProperties>
</file>